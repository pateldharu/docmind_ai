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TechNova AI Roadmap 2025</a:t>
            </a:r>
          </a:p>
          <a:p>
            <a:pPr>
              <a:defRPr sz="1800"/>
            </a:pPr>
            <a:r>
              <a:t>Strategic Vision for Autonomous Agentic Workflows &amp; Multi-Modal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Key Strategic Initiatives</a:t>
            </a:r>
          </a:p>
          <a:p>
            <a:pPr>
              <a:defRPr sz="1600"/>
            </a:pPr>
            <a:r>
              <a:t>1. Hybrid RAG Architecture: Sub-200ms document retrieval with multi-vector indexing.</a:t>
            </a:r>
          </a:p>
          <a:p>
            <a:pPr>
              <a:defRPr sz="1600"/>
            </a:pPr>
            <a:r>
              <a:t>2. On-Device LLM Edge Deployment: Privacy-first intelligence for offline clients.</a:t>
            </a:r>
          </a:p>
          <a:p>
            <a:pPr>
              <a:defRPr sz="1600"/>
            </a:pPr>
            <a:r>
              <a:t>3. Voice-Native Interactions: Multi-lingual speech synthesis and recognition (English, Hindi, Gujarati).</a:t>
            </a:r>
          </a:p>
          <a:p>
            <a:pPr>
              <a:defRPr sz="1600"/>
            </a:pPr>
            <a:r>
              <a:t>4. Document Studio 2.0: Generative document creation with auto-formatting.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Execution Timeline &amp; Budget</a:t>
            </a:r>
          </a:p>
          <a:p>
            <a:pPr>
              <a:defRPr sz="1600"/>
            </a:pPr>
            <a:r>
              <a:t>• Q1 2025: Internal Alpha testing with 50 enterprise partners (Budget: $2.5M).</a:t>
            </a:r>
          </a:p>
          <a:p>
            <a:pPr>
              <a:defRPr sz="1600"/>
            </a:pPr>
            <a:r>
              <a:t>• Q2 2025: Public Beta launch &amp; Gemini 3.0 API failover integration (Budget: $3.8M).</a:t>
            </a:r>
          </a:p>
          <a:p>
            <a:pPr>
              <a:defRPr sz="1600"/>
            </a:pPr>
            <a:r>
              <a:t>• Q3 2025: General Availability across North America and APAC (Budget: $5.0M).</a:t>
            </a:r>
          </a:p>
          <a:p>
            <a:pPr>
              <a:defRPr sz="1600"/>
            </a:pPr>
            <a:r>
              <a:t>• Total Capital Allocation: $11.3M approved by Board of Directors.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